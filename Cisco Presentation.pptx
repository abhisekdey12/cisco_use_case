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d410abff3f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d410abff3f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d410abff3f_1_10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d410abff3f_1_10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d410abff3f_1_17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d410abff3f_1_17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d410abff3f_1_17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d410abff3f_1_17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d410abff3f_1_17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d410abff3f_1_17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 rotWithShape="1">
          <a:blip r:embed="rId3">
            <a:alphaModFix/>
          </a:blip>
          <a:srcRect b="0" l="30" r="30" t="0"/>
          <a:stretch/>
        </p:blipFill>
        <p:spPr>
          <a:xfrm>
            <a:off x="-35700" y="0"/>
            <a:ext cx="9210675" cy="51481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reate a professional, high-density **Agenda slide** presenting an 8-step sequential data analysis workflow. The slide MUST use a clearly defined **vertical list layout** (such as stacked horizontal cards or a vertical process flow diagram) to list the points from top to bottom. Avoid any horizontal chevrons or side-by-side columns. Include only the following numbered headers exactly as listed, without any explanatory text or descriptions below them:&#10;&#10;1. Target Variable Analysis&#10;2. Data Preprocessing&#10;3. Data Preparation&#10;4. Feature Selection&#10;5. Insights from Top Features&#10;6. Forecasting &amp; Evaluation&#10;7. Entity-Level Accuracy&#10;8. Future Forecast&#10;&#10;Ensure the visual style is minimalist, clean, and modern. Add a small, high-quality professional icon next to each of the 8 headers to maintain the visual hierarchy. Use a consistent technical color palette against a white background." id="59" name="Google Shape;5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dd a header to this slide saying Null Value Handling" id="64" name="Google Shape;6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Data Preparation</a:t>
            </a:r>
            <a:endParaRPr/>
          </a:p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>
            <a:off x="311700" y="1152475"/>
            <a:ext cx="8520600" cy="98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Separating segment-wise data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Splitting the data into train-test (70-30) </a:t>
            </a:r>
            <a:r>
              <a:rPr lang="en-GB"/>
              <a:t>sequentially</a:t>
            </a:r>
            <a:r>
              <a:rPr lang="en-GB"/>
              <a:t>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Creating Lag feature of all variables </a:t>
            </a:r>
            <a:endParaRPr/>
          </a:p>
        </p:txBody>
      </p:sp>
      <p:sp>
        <p:nvSpPr>
          <p:cNvPr id="71" name="Google Shape;71;p16"/>
          <p:cNvSpPr txBox="1"/>
          <p:nvPr>
            <p:ph type="title"/>
          </p:nvPr>
        </p:nvSpPr>
        <p:spPr>
          <a:xfrm>
            <a:off x="404425" y="2136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Feature Selection</a:t>
            </a:r>
            <a:endParaRPr/>
          </a:p>
        </p:txBody>
      </p:sp>
      <p:sp>
        <p:nvSpPr>
          <p:cNvPr id="72" name="Google Shape;72;p16"/>
          <p:cNvSpPr txBox="1"/>
          <p:nvPr>
            <p:ph idx="1" type="body"/>
          </p:nvPr>
        </p:nvSpPr>
        <p:spPr>
          <a:xfrm>
            <a:off x="404425" y="2708875"/>
            <a:ext cx="8520600" cy="168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Dropping features/variables with high correlation, depicting multicolinearity.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Using Tree based approach for further selecting top features. A Gradient Boosting is effective in this case due to: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-GB"/>
              <a:t>Handles Nulls effectively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-GB"/>
              <a:t>Learns non-linear relations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-GB"/>
              <a:t>Inbuilt regularization parameters to select features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Just Thank you is enough" id="77" name="Google Shape;7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